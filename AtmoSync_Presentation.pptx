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AtmoSync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 algn="ctr">
              <a:spcAft>
                <a:spcPts val="1800"/>
              </a:spcAft>
              <a:defRPr sz="2500">
                <a:solidFill>
                  <a:srgbClr val="009696"/>
                </a:solidFill>
                <a:latin typeface="Aptos"/>
              </a:defRPr>
            </a:pPr>
            <a:r>
              <a:t>Micro-Climate Arbitrage Analytics</a:t>
            </a:r>
          </a:p>
          <a:p>
            <a:pPr algn="ctr">
              <a:spcAft>
                <a:spcPts val="1800"/>
              </a:spcAft>
              <a:defRPr sz="2500">
                <a:solidFill>
                  <a:srgbClr val="009696"/>
                </a:solidFill>
                <a:latin typeface="Aptos"/>
              </a:defRPr>
            </a:pPr>
            <a:r>
              <a:t>Internship Project | Infotact Solutions</a:t>
            </a:r>
          </a:p>
          <a:p>
            <a:pPr algn="ctr">
              <a:spcAft>
                <a:spcPts val="1800"/>
              </a:spcAft>
              <a:defRPr sz="2500">
                <a:solidFill>
                  <a:srgbClr val="009696"/>
                </a:solidFill>
                <a:latin typeface="Aptos"/>
              </a:defRPr>
            </a:pPr>
            <a:r>
              <a:t>Role: Data Associate L1 Intern</a:t>
            </a:r>
          </a:p>
          <a:p>
            <a:pPr algn="ctr">
              <a:spcAft>
                <a:spcPts val="1800"/>
              </a:spcAft>
              <a:defRPr sz="2500">
                <a:solidFill>
                  <a:srgbClr val="009696"/>
                </a:solidFill>
                <a:latin typeface="Aptos"/>
              </a:defRPr>
            </a:pPr>
            <a:r>
              <a:t>Domain: 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9696"/>
                </a:solidFill>
              </a:defRPr>
            </a:pPr>
            <a:r>
              <a:t>AtmoSync | Infotact Solutions                                      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Project Overview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Analyze hourly weather patterns across 6 Bengaluru locations.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Collect, inspect and clean weather data.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Perform feature engineering and exploratory data analysis.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Compare micro-climate conditions and identify potential opportunities.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Create visualizations and an interactive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9696"/>
                </a:solidFill>
              </a:defRPr>
            </a:pPr>
            <a:r>
              <a:t>AtmoSync | Infotact Solutions                                     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Dataset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rPr dirty="0"/>
              <a:t>•  Total records: 52,560 hourly observations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rPr dirty="0"/>
              <a:t>•  Locations: 6 | Records per location: 8,760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rPr dirty="0"/>
              <a:t>•  Locations: Bengaluru Central, Electronic City, </a:t>
            </a:r>
            <a:r>
              <a:rPr dirty="0" err="1"/>
              <a:t>Jayanagar</a:t>
            </a:r>
            <a:r>
              <a:rPr dirty="0"/>
              <a:t>,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rPr dirty="0"/>
              <a:t>•  Rajajinagar, Whitefield and </a:t>
            </a:r>
            <a:r>
              <a:rPr dirty="0" err="1"/>
              <a:t>Yelahanka</a:t>
            </a:r>
            <a:endParaRPr dirty="0"/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rPr dirty="0"/>
              <a:t>•  Tools: Python, Pandas, </a:t>
            </a:r>
            <a:r>
              <a:rPr dirty="0" err="1"/>
              <a:t>NumPy</a:t>
            </a:r>
            <a:r>
              <a:rPr dirty="0"/>
              <a:t>, </a:t>
            </a:r>
            <a:r>
              <a:rPr dirty="0" err="1"/>
              <a:t>Matplotlib</a:t>
            </a:r>
            <a:r>
              <a:rPr dirty="0"/>
              <a:t>, </a:t>
            </a:r>
            <a:r>
              <a:rPr dirty="0" err="1"/>
              <a:t>Seaborn</a:t>
            </a:r>
            <a:r>
              <a:rPr dirty="0"/>
              <a:t>, </a:t>
            </a:r>
            <a:r>
              <a:rPr dirty="0" err="1"/>
              <a:t>Plotly</a:t>
            </a:r>
            <a:r>
              <a:rPr dirty="0"/>
              <a:t>, </a:t>
            </a:r>
            <a:r>
              <a:rPr dirty="0" err="1"/>
              <a:t>Streamlit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9696"/>
                </a:solidFill>
              </a:defRPr>
            </a:pPr>
            <a:r>
              <a:t>AtmoSync | Infotact Solutions                                     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Project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1. Data collection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2. Data inspection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3. Data cleaning and validation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4. Feature engineering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5. Exploratory data analysis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6. Visualization and opportunity screening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7. Dashboard and final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9696"/>
                </a:solidFill>
              </a:defRPr>
            </a:pPr>
            <a:r>
              <a:t>AtmoSync | Infotact Solutions                                     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Data Quality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Missing values after cleaning: 0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Duplicate rows after cleaning: 0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Opportunity-flagged records: 2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Derived date, hour, day and month features.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Created temperature/humidity categories and comparison metrics.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Generated an opportunity score and flag.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9696"/>
                </a:solidFill>
              </a:defRPr>
            </a:pPr>
            <a:r>
              <a:t>AtmoSync | Infotact Solutions                                     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Location-wise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293483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rPr dirty="0"/>
              <a:t>•  Electronic City: lowest average temperature (23.06°C).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rPr dirty="0"/>
              <a:t>•  Electronic City: highest average humidity (70.66%).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rPr dirty="0"/>
              <a:t>•  Bengaluru Central and Rajajinagar: highest </a:t>
            </a:r>
            <a:r>
              <a:rPr dirty="0" smtClean="0"/>
              <a:t>average</a:t>
            </a:r>
            <a:endParaRPr lang="en-US" dirty="0" smtClean="0"/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dirty="0" smtClean="0"/>
              <a:t> </a:t>
            </a:r>
            <a:r>
              <a:rPr dirty="0"/>
              <a:t>temperature (23.76°C).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rPr dirty="0"/>
              <a:t>•  These two locations also had the lowest average </a:t>
            </a:r>
            <a:endParaRPr lang="en-US" dirty="0" smtClean="0"/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dirty="0" smtClean="0"/>
              <a:t>humidity </a:t>
            </a:r>
            <a:r>
              <a:rPr dirty="0"/>
              <a:t>(66.55%).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rPr dirty="0"/>
              <a:t>•  Insert charts: avg_temp_by_location.png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rPr dirty="0"/>
              <a:t>•  Insert chart: average_humidity_by_location.png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9696"/>
                </a:solidFill>
              </a:defRPr>
            </a:pPr>
            <a:r>
              <a:t>AtmoSync | Infotact Solutions                                      6 / 10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0707" y="3749040"/>
            <a:ext cx="4009291" cy="24055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615" y="1790114"/>
            <a:ext cx="3409459" cy="2045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Monthly Weather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58" y="1379806"/>
            <a:ext cx="10607040" cy="4480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rPr dirty="0"/>
              <a:t>•  Warmest month: April — 28.34°C average temperature.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rPr dirty="0"/>
              <a:t>•  Coolest month: December — 20.09°C average temperature.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rPr dirty="0"/>
              <a:t>•  Highest average humidity: October — 81.16%.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rPr dirty="0"/>
              <a:t>•  Lowest average humidity: April — 45.20%.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rPr dirty="0"/>
              <a:t>•  Insert chart: monthly_temperature_trend.png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9696"/>
                </a:solidFill>
              </a:defRPr>
            </a:pPr>
            <a:r>
              <a:t>AtmoSync | Infotact Solutions                                      7 / 10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770" y="3726768"/>
            <a:ext cx="4994028" cy="24970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Opportunity Score &amp;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Score combines temperature (up to 70 points) and humidity (up to 30 points).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Screening threshold: score ≥ 60.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18 Mar 2026, 16:00 — Yelahanka: score 84.26.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18 May 2026, 16:00 — Yelahanka: score 100.00.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These are analytical screening signals, not proof of financial profitability.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9696"/>
                </a:solidFill>
              </a:defRPr>
            </a:pPr>
            <a:r>
              <a:t>AtmoSync | Infotact Solutions                                     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Analysis depends on the quality and representativeness of the dataset.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The opportunity score is a heuristic, not a validated financial model.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Future scope: integrate live weather APIs.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Add forecasting, automated alerts and broader validation.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Evaluate opportunities using real-world cost and demand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9696"/>
                </a:solidFill>
              </a:defRPr>
            </a:pPr>
            <a:r>
              <a:t>AtmoSync | Infotact Solutions                                     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42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Conclusion &amp;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 lIns="137160" rIns="137160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Processed and analyzed 52,560 weather records across 6 locations.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Completed cleaning, feature engineering, analysis and visualization.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Identified seasonal and location-level weather differences.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Built a foundation for further micro-climate opportunity analysis.</a:t>
            </a:r>
          </a:p>
          <a:p>
            <a:pPr>
              <a:spcAft>
                <a:spcPts val="1800"/>
              </a:spcAft>
              <a:defRPr sz="2100">
                <a:solidFill>
                  <a:srgbClr val="2D3746"/>
                </a:solidFill>
                <a:latin typeface="Aptos"/>
              </a:defRPr>
            </a:pPr>
            <a:r>
              <a:t>•  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9696"/>
                </a:solidFill>
              </a:defRPr>
            </a:pPr>
            <a:r>
              <a:t>AtmoSync | Infotact Solutions                                     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566</Words>
  <Application>Microsoft Office PowerPoint</Application>
  <PresentationFormat>Custom</PresentationFormat>
  <Paragraphs>75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6</cp:revision>
  <dcterms:created xsi:type="dcterms:W3CDTF">2013-01-27T09:14:16Z</dcterms:created>
  <dcterms:modified xsi:type="dcterms:W3CDTF">2026-10-10T14:59:55Z</dcterms:modified>
  <cp:category/>
</cp:coreProperties>
</file>